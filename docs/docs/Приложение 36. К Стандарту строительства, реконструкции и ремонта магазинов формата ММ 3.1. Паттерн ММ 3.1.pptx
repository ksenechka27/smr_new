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7995900" cy="17995900"/>
  <p:notesSz cx="17995900" cy="17995900"/>
  <p:defaultTextStyle>
    <a:defPPr>
      <a:defRPr lang="ru-RU"/>
    </a:defPPr>
    <a:lvl1pPr marL="0" algn="l" defTabSz="1727576" rtl="0" eaLnBrk="1" latinLnBrk="0" hangingPunct="1">
      <a:defRPr sz="3401" kern="1200">
        <a:solidFill>
          <a:schemeClr val="tx1"/>
        </a:solidFill>
        <a:latin typeface="+mn-lt"/>
        <a:ea typeface="+mn-ea"/>
        <a:cs typeface="+mn-cs"/>
      </a:defRPr>
    </a:lvl1pPr>
    <a:lvl2pPr marL="863788" algn="l" defTabSz="1727576" rtl="0" eaLnBrk="1" latinLnBrk="0" hangingPunct="1">
      <a:defRPr sz="3401" kern="1200">
        <a:solidFill>
          <a:schemeClr val="tx1"/>
        </a:solidFill>
        <a:latin typeface="+mn-lt"/>
        <a:ea typeface="+mn-ea"/>
        <a:cs typeface="+mn-cs"/>
      </a:defRPr>
    </a:lvl2pPr>
    <a:lvl3pPr marL="1727576" algn="l" defTabSz="1727576" rtl="0" eaLnBrk="1" latinLnBrk="0" hangingPunct="1">
      <a:defRPr sz="3401" kern="1200">
        <a:solidFill>
          <a:schemeClr val="tx1"/>
        </a:solidFill>
        <a:latin typeface="+mn-lt"/>
        <a:ea typeface="+mn-ea"/>
        <a:cs typeface="+mn-cs"/>
      </a:defRPr>
    </a:lvl3pPr>
    <a:lvl4pPr marL="2591364" algn="l" defTabSz="1727576" rtl="0" eaLnBrk="1" latinLnBrk="0" hangingPunct="1">
      <a:defRPr sz="3401" kern="1200">
        <a:solidFill>
          <a:schemeClr val="tx1"/>
        </a:solidFill>
        <a:latin typeface="+mn-lt"/>
        <a:ea typeface="+mn-ea"/>
        <a:cs typeface="+mn-cs"/>
      </a:defRPr>
    </a:lvl4pPr>
    <a:lvl5pPr marL="3455152" algn="l" defTabSz="1727576" rtl="0" eaLnBrk="1" latinLnBrk="0" hangingPunct="1">
      <a:defRPr sz="3401" kern="1200">
        <a:solidFill>
          <a:schemeClr val="tx1"/>
        </a:solidFill>
        <a:latin typeface="+mn-lt"/>
        <a:ea typeface="+mn-ea"/>
        <a:cs typeface="+mn-cs"/>
      </a:defRPr>
    </a:lvl5pPr>
    <a:lvl6pPr marL="4318940" algn="l" defTabSz="1727576" rtl="0" eaLnBrk="1" latinLnBrk="0" hangingPunct="1">
      <a:defRPr sz="3401" kern="1200">
        <a:solidFill>
          <a:schemeClr val="tx1"/>
        </a:solidFill>
        <a:latin typeface="+mn-lt"/>
        <a:ea typeface="+mn-ea"/>
        <a:cs typeface="+mn-cs"/>
      </a:defRPr>
    </a:lvl6pPr>
    <a:lvl7pPr marL="5182728" algn="l" defTabSz="1727576" rtl="0" eaLnBrk="1" latinLnBrk="0" hangingPunct="1">
      <a:defRPr sz="3401" kern="1200">
        <a:solidFill>
          <a:schemeClr val="tx1"/>
        </a:solidFill>
        <a:latin typeface="+mn-lt"/>
        <a:ea typeface="+mn-ea"/>
        <a:cs typeface="+mn-cs"/>
      </a:defRPr>
    </a:lvl7pPr>
    <a:lvl8pPr marL="6046516" algn="l" defTabSz="1727576" rtl="0" eaLnBrk="1" latinLnBrk="0" hangingPunct="1">
      <a:defRPr sz="3401" kern="1200">
        <a:solidFill>
          <a:schemeClr val="tx1"/>
        </a:solidFill>
        <a:latin typeface="+mn-lt"/>
        <a:ea typeface="+mn-ea"/>
        <a:cs typeface="+mn-cs"/>
      </a:defRPr>
    </a:lvl8pPr>
    <a:lvl9pPr marL="6910304" algn="l" defTabSz="1727576" rtl="0" eaLnBrk="1" latinLnBrk="0" hangingPunct="1">
      <a:defRPr sz="3401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D223EC-5BED-4A7F-A467-198C6E66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33D2E-545E-4089-8FF4-5AC72EC9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7F59-25E0-4322-ABB6-51EF9E43F64C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94D17EA-B8AF-43E2-B5C0-A5574925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A5F052-757C-4FE6-9873-ACC6568E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EFBAF-F030-40E8-9B97-F02616BA8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45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91FEF-CFF8-4BB5-BC7F-BB706573A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218" y="958116"/>
            <a:ext cx="15521464" cy="3478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29487A-528A-4628-861B-51CA63B1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7218" y="4790575"/>
            <a:ext cx="15521464" cy="11418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775A59-BB45-4B6F-90A6-8000B96C7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37218" y="16679535"/>
            <a:ext cx="4049078" cy="9581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B7F59-25E0-4322-ABB6-51EF9E43F64C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961F4C-78C8-41EF-960E-438ED1EAA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1142" y="16679535"/>
            <a:ext cx="6073616" cy="9581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D93FE4-1B2D-4A58-92A8-04C05E791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709604" y="16679535"/>
            <a:ext cx="4049078" cy="9581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EFBAF-F030-40E8-9B97-F02616BA8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10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49654" rtl="0" eaLnBrk="1" latinLnBrk="0" hangingPunct="1">
        <a:lnSpc>
          <a:spcPct val="90000"/>
        </a:lnSpc>
        <a:spcBef>
          <a:spcPct val="0"/>
        </a:spcBef>
        <a:buNone/>
        <a:defRPr sz="64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414" indent="-337414" algn="l" defTabSz="1349654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3" kern="1200">
          <a:solidFill>
            <a:schemeClr val="tx1"/>
          </a:solidFill>
          <a:latin typeface="+mn-lt"/>
          <a:ea typeface="+mn-ea"/>
          <a:cs typeface="+mn-cs"/>
        </a:defRPr>
      </a:lvl1pPr>
      <a:lvl2pPr marL="1012241" indent="-337414" algn="l" defTabSz="1349654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2" kern="1200">
          <a:solidFill>
            <a:schemeClr val="tx1"/>
          </a:solidFill>
          <a:latin typeface="+mn-lt"/>
          <a:ea typeface="+mn-ea"/>
          <a:cs typeface="+mn-cs"/>
        </a:defRPr>
      </a:lvl2pPr>
      <a:lvl3pPr marL="1687068" indent="-337414" algn="l" defTabSz="1349654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2" kern="1200">
          <a:solidFill>
            <a:schemeClr val="tx1"/>
          </a:solidFill>
          <a:latin typeface="+mn-lt"/>
          <a:ea typeface="+mn-ea"/>
          <a:cs typeface="+mn-cs"/>
        </a:defRPr>
      </a:lvl3pPr>
      <a:lvl4pPr marL="2361895" indent="-337414" algn="l" defTabSz="1349654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7" kern="1200">
          <a:solidFill>
            <a:schemeClr val="tx1"/>
          </a:solidFill>
          <a:latin typeface="+mn-lt"/>
          <a:ea typeface="+mn-ea"/>
          <a:cs typeface="+mn-cs"/>
        </a:defRPr>
      </a:lvl4pPr>
      <a:lvl5pPr marL="3036722" indent="-337414" algn="l" defTabSz="1349654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7" kern="1200">
          <a:solidFill>
            <a:schemeClr val="tx1"/>
          </a:solidFill>
          <a:latin typeface="+mn-lt"/>
          <a:ea typeface="+mn-ea"/>
          <a:cs typeface="+mn-cs"/>
        </a:defRPr>
      </a:lvl5pPr>
      <a:lvl6pPr marL="3711550" indent="-337414" algn="l" defTabSz="1349654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7" kern="1200">
          <a:solidFill>
            <a:schemeClr val="tx1"/>
          </a:solidFill>
          <a:latin typeface="+mn-lt"/>
          <a:ea typeface="+mn-ea"/>
          <a:cs typeface="+mn-cs"/>
        </a:defRPr>
      </a:lvl6pPr>
      <a:lvl7pPr marL="4386377" indent="-337414" algn="l" defTabSz="1349654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7" kern="1200">
          <a:solidFill>
            <a:schemeClr val="tx1"/>
          </a:solidFill>
          <a:latin typeface="+mn-lt"/>
          <a:ea typeface="+mn-ea"/>
          <a:cs typeface="+mn-cs"/>
        </a:defRPr>
      </a:lvl7pPr>
      <a:lvl8pPr marL="5061204" indent="-337414" algn="l" defTabSz="1349654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7" kern="1200">
          <a:solidFill>
            <a:schemeClr val="tx1"/>
          </a:solidFill>
          <a:latin typeface="+mn-lt"/>
          <a:ea typeface="+mn-ea"/>
          <a:cs typeface="+mn-cs"/>
        </a:defRPr>
      </a:lvl8pPr>
      <a:lvl9pPr marL="5736031" indent="-337414" algn="l" defTabSz="1349654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49654" rtl="0" eaLnBrk="1" latinLnBrk="0" hangingPunct="1">
        <a:defRPr sz="2657" kern="1200">
          <a:solidFill>
            <a:schemeClr val="tx1"/>
          </a:solidFill>
          <a:latin typeface="+mn-lt"/>
          <a:ea typeface="+mn-ea"/>
          <a:cs typeface="+mn-cs"/>
        </a:defRPr>
      </a:lvl1pPr>
      <a:lvl2pPr marL="674827" algn="l" defTabSz="1349654" rtl="0" eaLnBrk="1" latinLnBrk="0" hangingPunct="1">
        <a:defRPr sz="2657" kern="1200">
          <a:solidFill>
            <a:schemeClr val="tx1"/>
          </a:solidFill>
          <a:latin typeface="+mn-lt"/>
          <a:ea typeface="+mn-ea"/>
          <a:cs typeface="+mn-cs"/>
        </a:defRPr>
      </a:lvl2pPr>
      <a:lvl3pPr marL="1349654" algn="l" defTabSz="1349654" rtl="0" eaLnBrk="1" latinLnBrk="0" hangingPunct="1">
        <a:defRPr sz="2657" kern="1200">
          <a:solidFill>
            <a:schemeClr val="tx1"/>
          </a:solidFill>
          <a:latin typeface="+mn-lt"/>
          <a:ea typeface="+mn-ea"/>
          <a:cs typeface="+mn-cs"/>
        </a:defRPr>
      </a:lvl3pPr>
      <a:lvl4pPr marL="2024482" algn="l" defTabSz="1349654" rtl="0" eaLnBrk="1" latinLnBrk="0" hangingPunct="1">
        <a:defRPr sz="2657" kern="1200">
          <a:solidFill>
            <a:schemeClr val="tx1"/>
          </a:solidFill>
          <a:latin typeface="+mn-lt"/>
          <a:ea typeface="+mn-ea"/>
          <a:cs typeface="+mn-cs"/>
        </a:defRPr>
      </a:lvl4pPr>
      <a:lvl5pPr marL="2699309" algn="l" defTabSz="1349654" rtl="0" eaLnBrk="1" latinLnBrk="0" hangingPunct="1">
        <a:defRPr sz="2657" kern="1200">
          <a:solidFill>
            <a:schemeClr val="tx1"/>
          </a:solidFill>
          <a:latin typeface="+mn-lt"/>
          <a:ea typeface="+mn-ea"/>
          <a:cs typeface="+mn-cs"/>
        </a:defRPr>
      </a:lvl5pPr>
      <a:lvl6pPr marL="3374136" algn="l" defTabSz="1349654" rtl="0" eaLnBrk="1" latinLnBrk="0" hangingPunct="1">
        <a:defRPr sz="2657" kern="1200">
          <a:solidFill>
            <a:schemeClr val="tx1"/>
          </a:solidFill>
          <a:latin typeface="+mn-lt"/>
          <a:ea typeface="+mn-ea"/>
          <a:cs typeface="+mn-cs"/>
        </a:defRPr>
      </a:lvl6pPr>
      <a:lvl7pPr marL="4048963" algn="l" defTabSz="1349654" rtl="0" eaLnBrk="1" latinLnBrk="0" hangingPunct="1">
        <a:defRPr sz="2657" kern="1200">
          <a:solidFill>
            <a:schemeClr val="tx1"/>
          </a:solidFill>
          <a:latin typeface="+mn-lt"/>
          <a:ea typeface="+mn-ea"/>
          <a:cs typeface="+mn-cs"/>
        </a:defRPr>
      </a:lvl7pPr>
      <a:lvl8pPr marL="4723790" algn="l" defTabSz="1349654" rtl="0" eaLnBrk="1" latinLnBrk="0" hangingPunct="1">
        <a:defRPr sz="2657" kern="1200">
          <a:solidFill>
            <a:schemeClr val="tx1"/>
          </a:solidFill>
          <a:latin typeface="+mn-lt"/>
          <a:ea typeface="+mn-ea"/>
          <a:cs typeface="+mn-cs"/>
        </a:defRPr>
      </a:lvl8pPr>
      <a:lvl9pPr marL="5398618" algn="l" defTabSz="1349654" rtl="0" eaLnBrk="1" latinLnBrk="0" hangingPunct="1">
        <a:defRPr sz="26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DE8C6DDF-1978-4717-BE6E-6707A61D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534834-407C-43AF-8FBA-2DBCD61644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995900" cy="179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3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860E4E6E-A53D-453B-ABAA-DC194BE7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360060-E2C2-4DA3-A690-F5D37FD7BF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995900" cy="179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590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Губенко Василий Константинович</dc:creator>
  <cp:lastModifiedBy>Губенко Василий Константинович</cp:lastModifiedBy>
  <cp:revision>1</cp:revision>
  <dcterms:created xsi:type="dcterms:W3CDTF">2025-04-23T18:32:57Z</dcterms:created>
  <dcterms:modified xsi:type="dcterms:W3CDTF">2025-04-23T18:32:57Z</dcterms:modified>
</cp:coreProperties>
</file>